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_MAST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MAST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_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4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WEB3MCP // SOLANA PROTOCOL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2700">
            <a:solidFill>
              <a:srgbClr val="1A1D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44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PROTOCOL SPECIFICATION v0.1.0 · STRICT ON-CHAIN DISCOVERY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5087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SOLANA PROTOCOL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88720" y="178308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Web3MCP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Native on-chain tool discovery for AI agents on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Solana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37947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Open-source specification · reference implementation · frozen v0.1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Fragile Off-Chain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2011680" cy="914400"/>
          </a:xfrm>
          <a:prstGeom prst="rect">
            <a:avLst/>
          </a:prstGeom>
          <a:solidFill>
            <a:srgbClr val="0D0F14"/>
          </a:solidFill>
          <a:ln w="19050">
            <a:solidFill>
              <a:srgbClr val="1E23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AGENT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Autonomous LLM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011680" cy="914400"/>
          </a:xfrm>
          <a:prstGeom prst="rect">
            <a:avLst/>
          </a:prstGeom>
          <a:solidFill>
            <a:srgbClr val="0D0F14"/>
          </a:solidFill>
          <a:ln w="19050">
            <a:solidFill>
              <a:srgbClr val="1E23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OFF-CHAIN SERVER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 API / MCP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1783080"/>
            <a:ext cx="2011680" cy="914400"/>
          </a:xfrm>
          <a:prstGeom prst="rect">
            <a:avLst/>
          </a:prstGeom>
          <a:solidFill>
            <a:srgbClr val="0D0F14"/>
          </a:solidFill>
          <a:ln w="19050">
            <a:solidFill>
              <a:srgbClr val="1E23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SOLANA PROGRAM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Target Smart Contract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97480" y="20574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3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── ❌ ──&gt;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49240" y="20574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3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── ❌ ──&gt;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2423160" cy="123444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2461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SILOED ADAPTERS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6118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Bespoke code required per project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3017520"/>
            <a:ext cx="2423160" cy="123444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32461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SINGLE POINT OF FAILURE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36118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Server crashes break agent workflows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3017520"/>
            <a:ext cx="2423160" cy="123444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32461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 ON-CHAIN PROOF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6118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cryptographic verification of tools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Direct On-Chain Discovery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103120" cy="114300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TARGET PROGRAM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Anchor Contract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08960" y="1828800"/>
            <a:ext cx="2468880" cy="1143000"/>
          </a:xfrm>
          <a:prstGeom prst="rect">
            <a:avLst/>
          </a:prstGeom>
          <a:solidFill>
            <a:srgbClr val="0D0F14"/>
          </a:solidFill>
          <a:ln w="19050">
            <a:solidFill>
              <a:srgbClr val="FF2A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 PDA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["web3mcp", "config"]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52160" y="1828800"/>
            <a:ext cx="2560320" cy="114300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GENERIC HOST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Pure RPC Discovery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88920" y="2240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──&gt;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32120" y="2240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──&gt;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246120"/>
            <a:ext cx="2423160" cy="105156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429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 MIDDLEWARE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749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servers, no web scraping, no third-party APIs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83280" y="3246120"/>
            <a:ext cx="2423160" cy="105156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3429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OWNED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66160" y="3749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Configuration PDA is strictly owned by the program ID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3246120"/>
            <a:ext cx="2423160" cy="105156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429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STRICT DECOUPLING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3749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Host never imports program source or IDL (ADR 0007)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TRUST BOUNDARY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Agent Proposes. The Wallet Signs.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566160" cy="2560320"/>
          </a:xfrm>
          <a:prstGeom prst="rect">
            <a:avLst/>
          </a:prstGeom>
          <a:solidFill>
            <a:srgbClr val="100910"/>
          </a:solidFill>
          <a:ln w="19050">
            <a:solidFill>
              <a:srgbClr val="3318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65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/ LLM RUNTIME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Untrusted Proposals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Discovers tools via public RPC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Proposes parameters &amp; instructions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3438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Simulates transaction effects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7856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⛔ ZERO SIGNING AUTHORITY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0" y="246888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SIMULATION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spc="150" kern="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GATEWAY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spc="150" kern="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───&gt;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74920" y="1783080"/>
            <a:ext cx="3337560" cy="2560320"/>
          </a:xfrm>
          <a:prstGeom prst="rect">
            <a:avLst/>
          </a:prstGeom>
          <a:solidFill>
            <a:srgbClr val="0D0F14"/>
          </a:solidFill>
          <a:ln w="19050">
            <a:solidFill>
              <a:srgbClr val="FF2A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HUMAN WALLET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4924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Sole Signing Authority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4924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Reviews exact accounts &amp; lamports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49240" y="3090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Inspects simulation &amp; network fee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49240" y="3438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Explicit human cryptographic sign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9240" y="37856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⚡ IMMUTABLE CLUSTER BROADCAST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ON DEVNET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Proven On-Chain Reference Program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2423160" cy="105156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CHUNKS STREAMED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423160" cy="105156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920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6.7KB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66160" y="2468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IDL &amp; TOOL MANIFEST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35040" y="1783080"/>
            <a:ext cx="2423160" cy="105156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920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17920" y="2468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SHA-256 INTEGRITY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1520" y="3063240"/>
            <a:ext cx="7680960" cy="132588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46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ID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26080" y="32461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GgVnzvsMhHHKeeGnqQhU9KAjBeCVhYiYmR17174Lyrgv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566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 PDA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926080" y="35661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HfA1ExZS1cgYR5k5GEJmsQfyAcDK2J9NPi7p97dU3WLD  (seeds: ["web3mcp", "config"])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886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VERIFIED TOOLS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26080" y="38862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get_vault (read) · initialize, deposit, withdraw (instructions)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From Protocol Freeze to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417320" cy="2286000"/>
          </a:xfrm>
          <a:prstGeom prst="rect">
            <a:avLst/>
          </a:prstGeom>
          <a:solidFill>
            <a:srgbClr val="0D0F14"/>
          </a:solidFill>
          <a:ln w="19050">
            <a:solidFill>
              <a:srgbClr val="FF2A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FROZEN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SPEC v0.1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04288" y="1920240"/>
            <a:ext cx="1417320" cy="2286000"/>
          </a:xfrm>
          <a:prstGeom prst="rect">
            <a:avLst/>
          </a:prstGeom>
          <a:solidFill>
            <a:srgbClr val="0D0F14"/>
          </a:solidFill>
          <a:ln w="19050">
            <a:solidFill>
              <a:srgbClr val="FF2A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41448" y="21031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41448" y="26060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DEVNET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441448" y="29718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VAULT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77056" y="1920240"/>
            <a:ext cx="1417320" cy="228600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14216" y="21031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014216" y="26060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ACTIVE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14216" y="29718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49824" y="1920240"/>
            <a:ext cx="1417320" cy="228600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86984" y="21031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586984" y="26060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86984" y="29718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WALLET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22592" y="1920240"/>
            <a:ext cx="1417320" cy="228600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9752" y="21031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159752" y="26060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E92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159752" y="29718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OPEN STANDARD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Build with Web3MCP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697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Native on-chain tool discovery for AI agents on Solana.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429000"/>
            <a:ext cx="2423160" cy="86868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611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 REPOSITORY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github.com/Team-Managed/Web3MCP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3429000"/>
            <a:ext cx="2423160" cy="86868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3611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PROTOCOL SPEC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566160" y="3886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protocol/SPEC.md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3429000"/>
            <a:ext cx="2423160" cy="868680"/>
          </a:xfrm>
          <a:prstGeom prst="rect">
            <a:avLst/>
          </a:prstGeom>
          <a:solidFill>
            <a:srgbClr val="0D0F14"/>
          </a:solidFill>
          <a:ln w="12700">
            <a:solidFill>
              <a:srgbClr val="1E23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3611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2A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LICENSE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7920" y="3886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Apache 2.0 Open Source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Web3MCP Protocol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Web3MCP — Native On-Chain Tool Discovery for Solana AI Agents</dc:title>
  <dc:subject>PptxGenJS Presentation</dc:subject>
  <dc:creator>Web3MCP Team</dc:creator>
  <cp:lastModifiedBy>Web3MCP Team</cp:lastModifiedBy>
  <cp:revision>1</cp:revision>
  <dcterms:created xsi:type="dcterms:W3CDTF">2026-10-14T20:44:50Z</dcterms:created>
  <dcterms:modified xsi:type="dcterms:W3CDTF">2026-10-14T20:44:50Z</dcterms:modified>
</cp:coreProperties>
</file>