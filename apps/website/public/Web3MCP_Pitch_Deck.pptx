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_MAST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MAST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_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4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WEB3MCP // SOLANA PROTOCOL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2700">
            <a:solidFill>
              <a:srgbClr val="1A1D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44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CANDIDATE v0.1 · v0.2 READ EXTENSION · ON-CHAIN DISCOVERY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15087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SOLANA PROTOCOL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88720" y="178308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Web3MCP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Native on-chain tool discovery for AI agents on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Solana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37947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Candidate specification · Devnet reference program · compatible host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943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Fragile Off-Chain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2011680" cy="914400"/>
          </a:xfrm>
          <a:prstGeom prst="rect">
            <a:avLst/>
          </a:prstGeom>
          <a:solidFill>
            <a:srgbClr val="0D0F14"/>
          </a:solidFill>
          <a:ln w="19050">
            <a:solidFill>
              <a:srgbClr val="1E23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AGENT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Autonomous LLM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83280" y="1783080"/>
            <a:ext cx="2011680" cy="914400"/>
          </a:xfrm>
          <a:prstGeom prst="rect">
            <a:avLst/>
          </a:prstGeom>
          <a:solidFill>
            <a:srgbClr val="0D0F14"/>
          </a:solidFill>
          <a:ln w="19050">
            <a:solidFill>
              <a:srgbClr val="1E23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OFF-CHAIN SERVER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Custom API / MCP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35040" y="1783080"/>
            <a:ext cx="2011680" cy="914400"/>
          </a:xfrm>
          <a:prstGeom prst="rect">
            <a:avLst/>
          </a:prstGeom>
          <a:solidFill>
            <a:srgbClr val="0D0F14"/>
          </a:solidFill>
          <a:ln w="19050">
            <a:solidFill>
              <a:srgbClr val="1E23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SOLANA PROGRAM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Target Smart Contract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97480" y="20574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33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── ❌ ──&gt;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49240" y="20574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33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── ❌ ──&gt;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017520"/>
            <a:ext cx="2423160" cy="123444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2461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SILOED ADAPTERS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6118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Bespoke code required per project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83280" y="3017520"/>
            <a:ext cx="2423160" cy="123444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32461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SINGLE POINT OF FAILURE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36118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Server crashes break agent workflows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3017520"/>
            <a:ext cx="2423160" cy="123444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32461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CUSTOM INTEGRATIONS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36118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Tool descriptions vary by server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943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Direct On-Chain Discovery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103120" cy="114300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TARGET PROGRAM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Anchor Contract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08960" y="1828800"/>
            <a:ext cx="2468880" cy="1143000"/>
          </a:xfrm>
          <a:prstGeom prst="rect">
            <a:avLst/>
          </a:prstGeom>
          <a:solidFill>
            <a:srgbClr val="0D0F14"/>
          </a:solidFill>
          <a:ln w="19050">
            <a:solidFill>
              <a:srgbClr val="FF2A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2240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CONFIG PDA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["web3mcp", "config"]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52160" y="1828800"/>
            <a:ext cx="2560320" cy="114300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3504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GENERIC HOST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Pure RPC Discovery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88920" y="2240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──&gt;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32120" y="2240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──&gt;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3246120"/>
            <a:ext cx="2423160" cy="105156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4290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DIRECT DISCOVERY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37490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project-specific MCP server or website required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83280" y="3246120"/>
            <a:ext cx="2423160" cy="105156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34290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OWNED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66160" y="37490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Configuration PDA is strictly owned by the program ID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3246120"/>
            <a:ext cx="2423160" cy="105156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34290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GENERIC HOST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37490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Host reads the embedded IDL from the config PDA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943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TRUST BOUNDARY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Agent Proposes. The Wallet Signs.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3566160" cy="2560320"/>
          </a:xfrm>
          <a:prstGeom prst="rect">
            <a:avLst/>
          </a:prstGeom>
          <a:solidFill>
            <a:srgbClr val="100910"/>
          </a:solidFill>
          <a:ln w="19050">
            <a:solidFill>
              <a:srgbClr val="3318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659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MODEL + HOST RUNTIME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" y="2240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Untrusted Proposals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Discovers tools via public RPC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30906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Proposes parameters &amp; instructions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34381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Host simulates proposed transaction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37856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⛔ ZERO SIGNING AUTHORITY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0" y="246888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SIMULATION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spc="150" kern="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GATEWAY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spc="150" kern="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───&gt;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074920" y="1783080"/>
            <a:ext cx="3337560" cy="2560320"/>
          </a:xfrm>
          <a:prstGeom prst="rect">
            <a:avLst/>
          </a:prstGeom>
          <a:solidFill>
            <a:srgbClr val="0D0F14"/>
          </a:solidFill>
          <a:ln w="19050">
            <a:solidFill>
              <a:srgbClr val="FF2A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HOST + USER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4924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Local keypair approval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4924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Reviews program, accounts &amp; arguments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49240" y="3090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Inspects simulation &amp; fee estimate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49240" y="34381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Presses s to sign with selected keypair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49240" y="37856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⚡ HOST SUBMITS SIGNED TRANSACTION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943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ON DEVNET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Proven On-Chain Reference Program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2423160" cy="105156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PUBLISHED TOOLS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383280" y="1783080"/>
            <a:ext cx="2423160" cy="105156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9202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v0.2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66160" y="24688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 PDA EXTENSION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035040" y="1783080"/>
            <a:ext cx="2423160" cy="105156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9202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SHA-256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217920" y="24688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PAYLOAD DIGEST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31520" y="3063240"/>
            <a:ext cx="7680960" cy="132588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246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ID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926080" y="32461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9zJzM4rHDPR4pd3vXHQjQ7whTVmx4zxB3ZH4Gb9iXRwD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566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CONFIG PDA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926080" y="35661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J8Ph37LoQsv4yED6USdupCooCZzsVMqJkgBTm9uSkvCw  (seeds: ["web3mcp", "config"])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3886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PUBLISHED TOOLS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26080" y="38862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get_vault, get_vault_by_owner (reads) · initialize, deposit, withdraw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943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From Candidate Protocol to Interoperability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1417320" cy="2286000"/>
          </a:xfrm>
          <a:prstGeom prst="rect">
            <a:avLst/>
          </a:prstGeom>
          <a:solidFill>
            <a:srgbClr val="0D0F14"/>
          </a:solidFill>
          <a:ln w="19050">
            <a:solidFill>
              <a:srgbClr val="FF2A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031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SPEC v0.1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04288" y="1920240"/>
            <a:ext cx="1417320" cy="2286000"/>
          </a:xfrm>
          <a:prstGeom prst="rect">
            <a:avLst/>
          </a:prstGeom>
          <a:solidFill>
            <a:srgbClr val="0D0F14"/>
          </a:solidFill>
          <a:ln w="19050">
            <a:solidFill>
              <a:srgbClr val="FF2A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41448" y="21031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441448" y="26060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DEVNET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441448" y="29718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VAULT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77056" y="1920240"/>
            <a:ext cx="1417320" cy="228600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14216" y="21031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014216" y="26060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ACTIVE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014216" y="29718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49824" y="1920240"/>
            <a:ext cx="1417320" cy="228600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86984" y="21031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586984" y="26060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ACTIVE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586984" y="29718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WALLET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022592" y="1920240"/>
            <a:ext cx="1417320" cy="228600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9752" y="21031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159752" y="26060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PENDING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159752" y="29718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2ND PROG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OPEN PROTOCOL CANDIDATE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Build with Web3MCP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697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Native on-chain tool discovery for AI agents on Solana.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429000"/>
            <a:ext cx="2423160" cy="86868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6118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 REPOSITORY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4400" y="38862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github.com/Team-Managed/Web3MCP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3429000"/>
            <a:ext cx="2423160" cy="86868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36118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PROTOCOL SPEC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566160" y="38862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protocol/SPEC.md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3429000"/>
            <a:ext cx="2423160" cy="86868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36118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LICENSE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17920" y="38862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Apache 2.0 Open Source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Web3MCP Protocol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Web3MCP — Native On-Chain Tool Discovery for Solana AI Agents</dc:title>
  <dc:subject>PptxGenJS Presentation</dc:subject>
  <dc:creator>Web3MCP Team</dc:creator>
  <cp:lastModifiedBy>Web3MCP Team</cp:lastModifiedBy>
  <cp:revision>1</cp:revision>
  <dcterms:created xsi:type="dcterms:W3CDTF">2026-10-18T15:11:42Z</dcterms:created>
  <dcterms:modified xsi:type="dcterms:W3CDTF">2026-10-18T15:11:42Z</dcterms:modified>
</cp:coreProperties>
</file>